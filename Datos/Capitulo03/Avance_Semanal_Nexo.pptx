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Proyecto Nexo — Avance de la semana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Banco Aurora | Oficina de Gestión de Proyectos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Logros de la semana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Migración completada del módulo de tickets de la región norte.</a:t>
            </a:r>
          </a:p>
          <a:p>
            <a:pPr>
              <a:defRPr sz="1800"/>
            </a:pPr>
            <a:r>
              <a:t>Integración con el directorio de sucursales validada en ambiente de pruebas.</a:t>
            </a:r>
          </a:p>
          <a:p>
            <a:pPr>
              <a:defRPr sz="1800"/>
            </a:pPr>
            <a:r>
              <a:t>Documentación operativa actualizada al 80%.</a:t>
            </a:r>
          </a:p>
          <a:p>
            <a:pPr>
              <a:defRPr sz="1800"/>
            </a:pPr>
            <a:r>
              <a:t>Capacitación impartida a 14 agentes de la mesa de servicio.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Bloqueos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Pendientes las credenciales del proveedor de integración desde el lunes.</a:t>
            </a:r>
          </a:p>
          <a:p>
            <a:pPr>
              <a:defRPr sz="1800"/>
            </a:pPr>
            <a:r>
              <a:t>El ambiente de pruebas presenta degradación de rendimiento desde el miércoles.</a:t>
            </a:r>
          </a:p>
          <a:p>
            <a:pPr>
              <a:defRPr sz="1800"/>
            </a:pPr>
            <a:r>
              <a:t>Sin fecha confirmada para la ventana de pruebas con el core bancario.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